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f785fde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7f785fde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f785fde6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f785fde6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7f785fde6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7f785fde6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f785fde6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f785fde6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785fde6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785fde6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f785fde6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f785fde6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f785fde6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f785fde6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f785fde68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7f785fde68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785fde6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785fde6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f785fde6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7f785fde6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f785fde6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7f785fde6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B6D7A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B6D7A8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olivebranch.network" TargetMode="External"/><Relationship Id="rId4" Type="http://schemas.openxmlformats.org/officeDocument/2006/relationships/hyperlink" Target="http://dapp.olivebranch.network" TargetMode="External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www.olivebranch.network" TargetMode="External"/><Relationship Id="rId4" Type="http://schemas.openxmlformats.org/officeDocument/2006/relationships/hyperlink" Target="http://www.dapp.olivebranch.network" TargetMode="External"/><Relationship Id="rId5" Type="http://schemas.openxmlformats.org/officeDocument/2006/relationships/hyperlink" Target="https://github.com/jdmaverick369/olive-branch-network" TargetMode="External"/><Relationship Id="rId6" Type="http://schemas.openxmlformats.org/officeDocument/2006/relationships/hyperlink" Target="https://github.com/jdmaverick369/olive-branch-network/releases/tag/v1.0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988350" y="744575"/>
            <a:ext cx="4843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Olive Branch Network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683500" y="2843050"/>
            <a:ext cx="4728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Stake - Earn - Give Back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911650" y="3681525"/>
            <a:ext cx="373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olivebranch.network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dapp.olivebranch.network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7" name="Google Shape;57;p13" title="obn_2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2050" y="1370175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345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current model of philanthropy is outdated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Nonprofits struggle with sustainable, reliable funding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Current DeFi lacks real-world impact beyond speculation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0900" y="1251225"/>
            <a:ext cx="4267200" cy="28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534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Olive Branch Network: A decentralized staking protocol that automatically funds nonprofits while rewarding stakers.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Built on Ethereum L2 (Base) → low fees, fast transactions, and Ethereum security.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Fully Open Source → transparent codebase on GitHub, ensuring accountability, security audits, and community-driven innovation.</a:t>
            </a:r>
            <a:endParaRPr/>
          </a:p>
        </p:txBody>
      </p:sp>
      <p:pic>
        <p:nvPicPr>
          <p:cNvPr id="71" name="Google Shape;71;p15" title="[CITYPNG.COM]HD Ethereum ETH Purple Logo Sign PNG - 3000x30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4619" y="3718818"/>
            <a:ext cx="850058" cy="850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9708" y="2573811"/>
            <a:ext cx="759881" cy="759881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6832832" y="3351895"/>
            <a:ext cx="1113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75" lIns="82075" spcFirstLastPara="1" rIns="82075" wrap="square" tIns="82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5">
                <a:solidFill>
                  <a:schemeClr val="dk2"/>
                </a:solidFill>
              </a:rPr>
              <a:t>Ethereum</a:t>
            </a:r>
            <a:endParaRPr sz="1615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055829" y="2141129"/>
            <a:ext cx="6675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75" lIns="82075" spcFirstLastPara="1" rIns="82075" wrap="square" tIns="82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5">
                <a:solidFill>
                  <a:schemeClr val="dk2"/>
                </a:solidFill>
              </a:rPr>
              <a:t>Base</a:t>
            </a:r>
            <a:endParaRPr sz="1615">
              <a:solidFill>
                <a:schemeClr val="dk2"/>
              </a:solidFill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315200" y="982050"/>
            <a:ext cx="21489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75" lIns="82075" spcFirstLastPara="1" rIns="82075" wrap="square" tIns="820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15">
                <a:solidFill>
                  <a:schemeClr val="dk2"/>
                </a:solidFill>
              </a:rPr>
              <a:t>Olive Branch Network</a:t>
            </a:r>
            <a:endParaRPr sz="1615">
              <a:solidFill>
                <a:schemeClr val="dk2"/>
              </a:solidFill>
            </a:endParaRPr>
          </a:p>
        </p:txBody>
      </p:sp>
      <p:pic>
        <p:nvPicPr>
          <p:cNvPr id="76" name="Google Shape;76;p15" title="obn_20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7009" y="1344844"/>
            <a:ext cx="880244" cy="88024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 rot="5400000">
            <a:off x="7530125" y="3225150"/>
            <a:ext cx="1413900" cy="6681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 flipH="1" rot="-5400000">
            <a:off x="5746425" y="2079150"/>
            <a:ext cx="1413900" cy="668100"/>
          </a:xfrm>
          <a:prstGeom prst="uturnArrow">
            <a:avLst>
              <a:gd fmla="val 25000" name="adj1"/>
              <a:gd fmla="val 25000" name="adj2"/>
              <a:gd fmla="val 25000" name="adj3"/>
              <a:gd fmla="val 43750" name="adj4"/>
              <a:gd fmla="val 75000" name="adj5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 Works (Tokenomics Split)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Reward split from staking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88% → Stakers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10% → Nonprofits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1% → Charity Fund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1% → Treasury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</a:t>
            </a:r>
            <a:r>
              <a:rPr i="1" lang="en"/>
              <a:t>(Every stake strengthens the ecosystem + supports nonprofits)</a:t>
            </a:r>
            <a:endParaRPr i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Choice in dApp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594975"/>
            <a:ext cx="3877800" cy="21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select nonprofits directly in the OBN dApp.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Rewards are universal across pools → no chasing APYs.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pick causes they care about, not the “highest yield.”</a:t>
            </a:r>
            <a:endParaRPr/>
          </a:p>
        </p:txBody>
      </p:sp>
      <p:pic>
        <p:nvPicPr>
          <p:cNvPr id="91" name="Google Shape;9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5100" y="1152475"/>
            <a:ext cx="4395076" cy="298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Bootstrap Permalock Mechanism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nonprofit onboarded gets 1,000,000 OBN permanently staked.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Nonprofit receives instant staking rewards.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Permanently locks tokens out of circulation → reduces supply.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Charity fund refills automatically via 1% of every stake → continuous onboarding.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Sustainability Loop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Staking → Nonprofits → Charity Fund → New Onboarding → More OBN Locked → Back to Staking.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Creates constant demand + shrinking supply.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Nonprofits bring new communities.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Ecosystem grows stronger with each stake.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Deflationary Emission Schedule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Years 1–2: 10% emissions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Years 3–4: 7.5%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Years 5–6: 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Years 7–8: 2.5%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Years 9–10: 1.25%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📉 </a:t>
            </a:r>
            <a:r>
              <a:rPr i="1" lang="en"/>
              <a:t>Gradual reduction = fewer new tokens → long-term sustainability.</a:t>
            </a:r>
            <a:endParaRPr i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Opportunity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nonprofit donations: $500B+ annually.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Global staking market: tens of billions locked in DeFi protocols.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OBN merges both worlds → positioning at the intersection of DeFi + Impact.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1 (Done): Token launch + DEX liquidity + first nonprofits onboarded.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2 (Done): Staking pools + Olive Branch Network v1.0 app live.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3 (Done): Ownership passed to Timelock Controller + Gnosis Safe.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4 (Done): OBN App </a:t>
            </a:r>
            <a:r>
              <a:rPr lang="en"/>
              <a:t>Upgrades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5: </a:t>
            </a:r>
            <a:r>
              <a:rPr lang="en"/>
              <a:t>Exchange listings + community growth + community education.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Phase 6: Governance passed to DAO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Closing Call to Action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“Olive Branch Network is more than a token — it’s a decentralized system where earning and giving are woven together.”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Official website: </a:t>
            </a:r>
            <a:r>
              <a:rPr lang="en" u="sng">
                <a:solidFill>
                  <a:schemeClr val="hlink"/>
                </a:solidFill>
                <a:hlinkClick r:id="rId3"/>
              </a:rPr>
              <a:t>www.olivebranch.network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Application: </a:t>
            </a:r>
            <a:r>
              <a:rPr lang="en" u="sng">
                <a:solidFill>
                  <a:schemeClr val="hlink"/>
                </a:solidFill>
                <a:hlinkClick r:id="rId4"/>
              </a:rPr>
              <a:t>www.dapp.olivebranch.network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Github: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https://github.com/jdmaverick369/olive-branch-network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Whitepaper: 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https://github.com/jdmaverick369/olive-branch-network/releases/tag/v1.0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Founder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Jack Nguyen - Founder &amp; Developer, Olive Branch Network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Houston, Texas: Born and raised, still based there today.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Early Blockchain Pioneer – Adopted Bitcoin during the Silk Road era, experimented with Ethereum smart contracts from the beginning.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Professional Background – Career in healthcare and teaching, where values of service, trust, and resilience were ingrained.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Self-Taught Builder – Learned coding through relentless practice, AI collaboration, and a vision for blockchain’s potential beyond speculation.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Mission-Driven Creator – Founded Olive Branch Network to prove blockchain can be sustainable, charitable, and impactful — transforming every stake into support for nonprofits.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